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www.pps.net/" TargetMode="External" /><Relationship Id="rId4" Type="http://schemas.openxmlformats.org/officeDocument/2006/relationships/slide" Target="slide5.xml" /><Relationship Id="rId2" Type="http://schemas.openxmlformats.org/officeDocument/2006/relationships/image" Target="../media/image1.sv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Portland Public Schools Math Proficiency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pic>
        <p:nvPicPr>
          <p:cNvPr descr="portland-public-schools-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Portland Public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report on math proficiency results in </a:t>
            </a:r>
            <a:r>
              <a:rPr>
                <a:hlinkClick r:id="rId3"/>
              </a:rPr>
              <a:t>Portland Public Schools (PPS)</a:t>
            </a:r>
            <a:r>
              <a:rPr/>
              <a:t>. The PPS mission statement is as follows:</a:t>
            </a:r>
          </a:p>
          <a:p>
            <a:pPr lvl="0" indent="0" marL="1270000">
              <a:buNone/>
            </a:pPr>
            <a:r>
              <a:rPr sz="2000"/>
              <a:t>We provide rigorous, high-quality academic learning experiences that are inclusive and joyful. We disrupt racial inequities to create vibrant environments for every student to demonstrate excellence.</a:t>
            </a:r>
            <a:r>
              <a:rPr sz="2000" baseline="30000">
                <a:hlinkClick r:id="rId4" action="ppaction://hlinksldjump"/>
              </a:rPr>
              <a:t>1</a:t>
            </a:r>
          </a:p>
          <a:p>
            <a:pPr lvl="0" indent="0" marL="0">
              <a:buNone/>
            </a:pPr>
            <a:r>
              <a:rPr/>
              <a:t>Hello hello hello!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</a:t>
            </a:r>
          </a:p>
        </p:txBody>
      </p:sp>
      <p:pic>
        <p:nvPicPr>
          <p:cNvPr descr="presentations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Chart showing growth in math proficiency for PPS schools from 2018-2019 to 2021-2022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following table shows math proficiency in 2018-2019 and 2021-2022 for all PPS schools. If you want to see Winterhaven School, you can use the search bar to find it.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2021-2022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Abernethy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Ainsworth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Alameda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Arleta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Astor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Atkinson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Beach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Beverly Cleary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Boise-Eliot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Bridger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Bridlemile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Buckman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Capitol Hill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Cesar Chavez K-8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Chapman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Chief Joseph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Creative Science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Creston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Duniway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Emerson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Faubion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Forest Park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Glencoe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Grout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Harrison Park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Hayhurst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Irvington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James John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Kairos PDX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Kelly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Laurelhurst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 Monde French Immersion Public Charter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Lent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Lewis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Llewellyn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Maplewood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Markham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Martin Luther King Jr.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Marysville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Metropolitan Learning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Opal School of the Portland Children's Museum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Peninsula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Portland Arthur Academy Charter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Portland Village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Richmond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Rieke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Rigler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Rosa Parks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Rose City Park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Sabin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Scott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Sitton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Skyline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Stephenson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Sunnyside Environmental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Trillium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Vernon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Vestal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Whitman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Winterhaven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Woodlawn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Woodmere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Woodstock Elementary 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https://www.pps.net/about/portland-public-schools-information/overview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Portland Public Schools Math Proficiency Report</dc:title>
  <dc:creator/>
  <cp:keywords/>
  <dcterms:created xsi:type="dcterms:W3CDTF">2026-03-10T20:40:03Z</dcterms:created>
  <dcterms:modified xsi:type="dcterms:W3CDTF">2026-03-10T20:40:03Z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